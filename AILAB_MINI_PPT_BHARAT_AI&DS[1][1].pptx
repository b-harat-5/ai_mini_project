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-harat-5/AI_Mini_Project/blob/main/AILAB_MINI_PROJECT_BHARAT_AI%26DS%5B1%5D.doc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422" y="1387375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/>
              <a:t>Constraint Satisfaction Approaches for Timetable Scheduling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335275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2117240070037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Bharat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11/10/2025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r>
              <a:rPr lang="en-US" dirty="0"/>
              <a:t>Timetable scheduling is a complex problem in educational institutions.</a:t>
            </a:r>
            <a:br>
              <a:rPr lang="en-US" dirty="0"/>
            </a:br>
            <a:r>
              <a:rPr lang="en-US" dirty="0"/>
              <a:t>It involves assigning courses, teachers, rooms, and time slots such that no conflicts occur.</a:t>
            </a:r>
          </a:p>
          <a:p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Prevent teacher and student scheduling conflicts</a:t>
            </a:r>
          </a:p>
          <a:p>
            <a:r>
              <a:rPr lang="en-US" dirty="0"/>
              <a:t>Ensure room capacity and availability</a:t>
            </a:r>
          </a:p>
          <a:p>
            <a:r>
              <a:rPr lang="en-US" dirty="0"/>
              <a:t>Automatically generate feasible timetables</a:t>
            </a:r>
          </a:p>
          <a:p>
            <a:r>
              <a:rPr lang="en-US" dirty="0"/>
              <a:t>The goal is to apply </a:t>
            </a:r>
            <a:r>
              <a:rPr lang="en-US" b="1" dirty="0"/>
              <a:t>Constraint Satisfaction Problem (CSP)</a:t>
            </a:r>
            <a:r>
              <a:rPr lang="en-US" dirty="0"/>
              <a:t> techniques to produce valid, optimized timetables efficiently.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37" y="1941096"/>
            <a:ext cx="10515600" cy="5358816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Constraint Satisfaction Problem (CSP)</a:t>
            </a:r>
            <a:r>
              <a:rPr lang="en-US" dirty="0"/>
              <a:t> consists of:</a:t>
            </a:r>
          </a:p>
          <a:p>
            <a:r>
              <a:rPr lang="en-US" b="1" dirty="0"/>
              <a:t>Variables:</a:t>
            </a:r>
            <a:r>
              <a:rPr lang="en-US" dirty="0"/>
              <a:t> Courses to be scheduled</a:t>
            </a:r>
          </a:p>
          <a:p>
            <a:r>
              <a:rPr lang="en-US" b="1" dirty="0"/>
              <a:t>Domains:</a:t>
            </a:r>
            <a:r>
              <a:rPr lang="en-US" dirty="0"/>
              <a:t> Possible (</a:t>
            </a:r>
            <a:r>
              <a:rPr lang="en-US" dirty="0" err="1"/>
              <a:t>TimeSlot</a:t>
            </a:r>
            <a:r>
              <a:rPr lang="en-US" dirty="0"/>
              <a:t>, Room) combinations</a:t>
            </a:r>
          </a:p>
          <a:p>
            <a:r>
              <a:rPr lang="en-US" b="1" dirty="0"/>
              <a:t>Constraints:</a:t>
            </a:r>
            <a:r>
              <a:rPr lang="en-US" dirty="0"/>
              <a:t> No teacher, room, or student overlap</a:t>
            </a:r>
          </a:p>
          <a:p>
            <a:r>
              <a:rPr lang="en-US" b="1" dirty="0"/>
              <a:t>Algorithms Used:</a:t>
            </a:r>
            <a:endParaRPr lang="en-US" dirty="0"/>
          </a:p>
          <a:p>
            <a:r>
              <a:rPr lang="en-US" b="1" dirty="0"/>
              <a:t>Backtracking Search</a:t>
            </a:r>
            <a:r>
              <a:rPr lang="en-US" dirty="0"/>
              <a:t> – explores all possible assignments</a:t>
            </a:r>
          </a:p>
          <a:p>
            <a:r>
              <a:rPr lang="en-US" b="1" dirty="0"/>
              <a:t>Forward Checking</a:t>
            </a:r>
            <a:r>
              <a:rPr lang="en-US" dirty="0"/>
              <a:t> – eliminates inconsistent future values early</a:t>
            </a:r>
          </a:p>
          <a:p>
            <a:r>
              <a:rPr lang="en-US" b="1" dirty="0"/>
              <a:t>AC-3 (Arc Consistency)</a:t>
            </a:r>
            <a:r>
              <a:rPr lang="en-US" dirty="0"/>
              <a:t> – enforces consistency between variable domains</a:t>
            </a:r>
          </a:p>
          <a:p>
            <a:r>
              <a:rPr lang="en-US" dirty="0"/>
              <a:t>These methods ensure conflict-free scheduling while minimizing search effort.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37330"/>
              </p:ext>
            </p:extLst>
          </p:nvPr>
        </p:nvGraphicFramePr>
        <p:xfrm>
          <a:off x="1854200" y="2205222"/>
          <a:ext cx="8128000" cy="1686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https://github.com/b-harat-5/AI_Mini_Project/blob/main/Source%20code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2"/>
                        </a:rPr>
                        <a:t>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A screenshot of a puzzle game&#10;&#10;AI-generated content may be incorrect.">
            <a:extLst>
              <a:ext uri="{FF2B5EF4-FFF2-40B4-BE49-F238E27FC236}">
                <a16:creationId xmlns:a16="http://schemas.microsoft.com/office/drawing/2014/main" id="{1EB4364F-99D7-EA43-F4FE-A8019789C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70551" y="1155032"/>
            <a:ext cx="127928" cy="10934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 descr="A screenshot of a puzzle game&#10;&#10;AI-generated content may be incorrect.">
            <a:extLst>
              <a:ext uri="{FF2B5EF4-FFF2-40B4-BE49-F238E27FC236}">
                <a16:creationId xmlns:a16="http://schemas.microsoft.com/office/drawing/2014/main" id="{42D232D6-C1AA-9230-416A-BCF3F05A5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96406" y="1102896"/>
            <a:ext cx="127928" cy="110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71D01C-7044-05B3-99CF-C9302815C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206" y="1155032"/>
            <a:ext cx="5639587" cy="566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DC1678-DE12-BA7F-E915-E17E36837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063" y="1908684"/>
            <a:ext cx="82743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Conflict-free scheduling achieved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constraints satisfied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timetable generation using CSP heuristics</a:t>
            </a: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9BC879B-3EC3-A5F6-6517-5AF733CD8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98510"/>
            <a:ext cx="130258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Russell, S. J., &amp; Norvig, P. (2022).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Intelligence: A Modern Approach.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Dechter, R. (2003).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 Processing.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Morgan Kaufmann.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Kumar, V. (1992).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 for Constraint-Satisfaction Problems.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Magazine.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Barták, R. (1999).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 Programming: In Pursuit of the Holy Grail.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Tsang, E. (1993).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Foundations of Constraint Satisfaction.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Academic Press.</a:t>
            </a:r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353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 Constraint Satisfaction Approaches for Timetable Scheduling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Bharat T</cp:lastModifiedBy>
  <cp:revision>6</cp:revision>
  <dcterms:created xsi:type="dcterms:W3CDTF">2025-10-18T08:57:34Z</dcterms:created>
  <dcterms:modified xsi:type="dcterms:W3CDTF">2025-11-10T06:17:37Z</dcterms:modified>
</cp:coreProperties>
</file>